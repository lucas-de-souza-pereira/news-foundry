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0927211c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0927211c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25025" y="1840313"/>
            <a:ext cx="1294200" cy="771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52400" marR="152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50">
                <a:solidFill>
                  <a:schemeClr val="lt1"/>
                </a:solidFill>
              </a:rPr>
              <a:t>Démarre une discussion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2063475" y="3284625"/>
            <a:ext cx="1334400" cy="6915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52400" marR="152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50">
                <a:solidFill>
                  <a:schemeClr val="dk1"/>
                </a:solidFill>
              </a:rPr>
              <a:t>Récupère le Top News du jour</a:t>
            </a:r>
            <a:endParaRPr sz="95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4661775" y="3230475"/>
            <a:ext cx="1760100" cy="908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52400" marR="152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>
                <a:solidFill>
                  <a:schemeClr val="dk1"/>
                </a:solidFill>
              </a:rPr>
              <a:t>Synthétise les données</a:t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4661763" y="1800225"/>
            <a:ext cx="1760100" cy="908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52400" marR="152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>
                <a:solidFill>
                  <a:schemeClr val="dk1"/>
                </a:solidFill>
              </a:rPr>
              <a:t>Enregistre le prompt quotidien formaté dans SystemPrompt</a:t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6678700" y="1800225"/>
            <a:ext cx="1760100" cy="908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52400" marR="152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>
                <a:solidFill>
                  <a:schemeClr val="dk1"/>
                </a:solidFill>
              </a:rPr>
              <a:t>Répond à l’utilisateur</a:t>
            </a:r>
            <a:endParaRPr sz="1050">
              <a:solidFill>
                <a:schemeClr val="dk1"/>
              </a:solidFill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8700" y="1602975"/>
            <a:ext cx="1294226" cy="1246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" name="Google Shape;60;p13"/>
          <p:cNvCxnSpPr>
            <a:stCxn id="59" idx="2"/>
            <a:endCxn id="55" idx="0"/>
          </p:cNvCxnSpPr>
          <p:nvPr/>
        </p:nvCxnSpPr>
        <p:spPr>
          <a:xfrm>
            <a:off x="2535813" y="2849250"/>
            <a:ext cx="195000" cy="4353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13"/>
          <p:cNvCxnSpPr>
            <a:stCxn id="55" idx="3"/>
            <a:endCxn id="56" idx="1"/>
          </p:cNvCxnSpPr>
          <p:nvPr/>
        </p:nvCxnSpPr>
        <p:spPr>
          <a:xfrm>
            <a:off x="3397875" y="3630375"/>
            <a:ext cx="1263900" cy="543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3"/>
          <p:cNvCxnSpPr>
            <a:stCxn id="59" idx="3"/>
            <a:endCxn id="57" idx="1"/>
          </p:cNvCxnSpPr>
          <p:nvPr/>
        </p:nvCxnSpPr>
        <p:spPr>
          <a:xfrm>
            <a:off x="3182926" y="2226113"/>
            <a:ext cx="1478700" cy="282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3"/>
          <p:cNvCxnSpPr>
            <a:stCxn id="57" idx="3"/>
            <a:endCxn id="58" idx="1"/>
          </p:cNvCxnSpPr>
          <p:nvPr/>
        </p:nvCxnSpPr>
        <p:spPr>
          <a:xfrm>
            <a:off x="6421863" y="2254275"/>
            <a:ext cx="256800" cy="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3"/>
          <p:cNvCxnSpPr>
            <a:stCxn id="54" idx="3"/>
            <a:endCxn id="59" idx="1"/>
          </p:cNvCxnSpPr>
          <p:nvPr/>
        </p:nvCxnSpPr>
        <p:spPr>
          <a:xfrm>
            <a:off x="1519225" y="2226113"/>
            <a:ext cx="369600" cy="600"/>
          </a:xfrm>
          <a:prstGeom prst="bentConnector3">
            <a:avLst>
              <a:gd fmla="val 49983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3"/>
          <p:cNvSpPr/>
          <p:nvPr/>
        </p:nvSpPr>
        <p:spPr>
          <a:xfrm>
            <a:off x="377725" y="4605050"/>
            <a:ext cx="1462800" cy="265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52400" marR="152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50">
                <a:solidFill>
                  <a:schemeClr val="lt1"/>
                </a:solidFill>
              </a:rPr>
              <a:t>Utilisateur</a:t>
            </a:r>
            <a:endParaRPr sz="1150">
              <a:solidFill>
                <a:schemeClr val="lt1"/>
              </a:solidFill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1985125" y="4605050"/>
            <a:ext cx="1607400" cy="2652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52400" marR="152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>
                <a:solidFill>
                  <a:schemeClr val="dk1"/>
                </a:solidFill>
              </a:rPr>
              <a:t>Agent de résumé</a:t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3737125" y="4605050"/>
            <a:ext cx="1462800" cy="2652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52400" marR="152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>
                <a:solidFill>
                  <a:schemeClr val="dk1"/>
                </a:solidFill>
              </a:rPr>
              <a:t>Agent de chat</a:t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6759075" y="3230475"/>
            <a:ext cx="1760100" cy="908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52400" marR="152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>
                <a:solidFill>
                  <a:schemeClr val="dk1"/>
                </a:solidFill>
              </a:rPr>
              <a:t>Enregistre le prompt quotidien formaté dans SystemPrompt</a:t>
            </a:r>
            <a:endParaRPr sz="10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356191" y="48225"/>
            <a:ext cx="2403000" cy="4966800"/>
          </a:xfrm>
          <a:prstGeom prst="rect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353941" y="48225"/>
            <a:ext cx="2403000" cy="953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Client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(Frontend - Next.js)</a:t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731390" y="1359500"/>
            <a:ext cx="1590300" cy="11289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Interface utilisateur &amp; chat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731390" y="3003525"/>
            <a:ext cx="1590300" cy="11289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fr" sz="1200">
                <a:solidFill>
                  <a:schemeClr val="dk1"/>
                </a:solidFill>
              </a:rPr>
              <a:t>Gestion de session (Auth Context + JWT local)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3635841" y="48225"/>
            <a:ext cx="2403000" cy="49668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3633591" y="48225"/>
            <a:ext cx="2403000" cy="9537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Serveur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(Backend - FastAPI)</a:t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4011041" y="1158905"/>
            <a:ext cx="1590300" cy="1128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</a:rPr>
              <a:t>Endpoints API REST </a:t>
            </a:r>
            <a:r>
              <a:rPr i="1" lang="fr" sz="1000">
                <a:solidFill>
                  <a:schemeClr val="dk1"/>
                </a:solidFill>
              </a:rPr>
              <a:t>(Contrôle d'accès &amp; validation par Pydantic) </a:t>
            </a:r>
            <a:endParaRPr i="1" sz="1000">
              <a:solidFill>
                <a:schemeClr val="dk1"/>
              </a:solidFill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4011041" y="2463588"/>
            <a:ext cx="1590300" cy="1128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fr" sz="1200">
                <a:solidFill>
                  <a:schemeClr val="dk1"/>
                </a:solidFill>
              </a:rPr>
              <a:t>Orchestrateur d'Agents IA</a:t>
            </a:r>
            <a:r>
              <a:rPr i="1" lang="fr" sz="1200">
                <a:solidFill>
                  <a:srgbClr val="CCCCCC"/>
                </a:solidFill>
                <a:highlight>
                  <a:srgbClr val="101010"/>
                </a:highlight>
              </a:rPr>
              <a:t> </a:t>
            </a:r>
            <a:r>
              <a:rPr i="1" lang="fr" sz="1000">
                <a:solidFill>
                  <a:schemeClr val="dk1"/>
                </a:solidFill>
              </a:rPr>
              <a:t>(</a:t>
            </a:r>
            <a:r>
              <a:rPr i="1" lang="fr" sz="1000">
                <a:solidFill>
                  <a:schemeClr val="dk1"/>
                </a:solidFill>
              </a:rPr>
              <a:t>PydanticAI &amp; outils)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4011041" y="3747725"/>
            <a:ext cx="1590300" cy="1128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fr" sz="1200">
                <a:solidFill>
                  <a:schemeClr val="dk1"/>
                </a:solidFill>
              </a:rPr>
              <a:t>ORM SQLModel</a:t>
            </a:r>
            <a:r>
              <a:rPr i="1" lang="fr" sz="950">
                <a:solidFill>
                  <a:srgbClr val="CCCCCC"/>
                </a:solidFill>
                <a:highlight>
                  <a:srgbClr val="101010"/>
                </a:highlight>
              </a:rPr>
              <a:t> </a:t>
            </a:r>
            <a:r>
              <a:rPr i="1" lang="fr" sz="1000">
                <a:solidFill>
                  <a:schemeClr val="dk1"/>
                </a:solidFill>
              </a:rPr>
              <a:t>(Gestion des sessions de base de données)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6995166" y="3394725"/>
            <a:ext cx="1496700" cy="15792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Tables 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User,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Chat,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SystemPrompt</a:t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6995166" y="1602850"/>
            <a:ext cx="1496700" cy="7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API Mistral</a:t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6995166" y="2379550"/>
            <a:ext cx="1496700" cy="7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WorldNewsAPI</a:t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2445766" y="1561350"/>
            <a:ext cx="1441200" cy="3960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5686216" y="4114175"/>
            <a:ext cx="1180200" cy="3960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2710616" y="1840200"/>
            <a:ext cx="1013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Requêtes HTTP REST (JSON)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 + 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Token JWT (Bearer)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5831153" y="4425450"/>
            <a:ext cx="9342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Requêtes SQL (session SQLAlchemy)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5718428" y="2569900"/>
            <a:ext cx="1180200" cy="3960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5954141" y="2861850"/>
            <a:ext cx="9342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Appels HTTPS </a:t>
            </a:r>
            <a:r>
              <a:rPr lang="fr" sz="600">
                <a:solidFill>
                  <a:schemeClr val="dk2"/>
                </a:solidFill>
              </a:rPr>
              <a:t>asynchrones</a:t>
            </a:r>
            <a:r>
              <a:rPr lang="fr" sz="600">
                <a:solidFill>
                  <a:schemeClr val="dk2"/>
                </a:solidFill>
              </a:rPr>
              <a:t> (httpx)</a:t>
            </a:r>
            <a:endParaRPr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